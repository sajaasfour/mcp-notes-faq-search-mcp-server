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4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Notes &amp; FAQ Search MCP Server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1214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3-5 minute demo script for Week 6 Task 6.3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28803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97637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Offline runtime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288036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29763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TypeScript MCP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86784" y="288036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8224" y="29763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Local JSON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288036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9763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v1.0.0 release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2971800" cy="384048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Demo focus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49640" y="2084832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Show live MCP tool calls, not slides only. Prove the server searches and retrieves local project knowledge through a host.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6B7280"/>
                </a:solidFill>
              </a:rPr>
              <a:t>Saja</a:t>
            </a:r>
            <a:r>
              <a:rPr lang="en-US" sz="1100" dirty="0">
                <a:solidFill>
                  <a:srgbClr val="6B7280"/>
                </a:solidFill>
              </a:rPr>
              <a:t> </a:t>
            </a:r>
            <a:r>
              <a:rPr lang="en-US" sz="1100" dirty="0" err="1">
                <a:solidFill>
                  <a:srgbClr val="6B7280"/>
                </a:solidFill>
              </a:rPr>
              <a:t>Asfour</a:t>
            </a:r>
            <a:r>
              <a:rPr lang="en-US" sz="1100" dirty="0">
                <a:solidFill>
                  <a:srgbClr val="6B7280"/>
                </a:solidFill>
              </a:rPr>
              <a:t>  &amp; Yara </a:t>
            </a:r>
            <a:r>
              <a:rPr lang="en-US" sz="1100" dirty="0" err="1">
                <a:solidFill>
                  <a:srgbClr val="6B7280"/>
                </a:solidFill>
              </a:rPr>
              <a:t>Khattab</a:t>
            </a:r>
            <a:r>
              <a:rPr lang="en-US" sz="1100" dirty="0">
                <a:solidFill>
                  <a:srgbClr val="6B7280"/>
                </a:solidFill>
              </a:rPr>
              <a:t> | </a:t>
            </a:r>
            <a:r>
              <a:rPr lang="en-US" sz="1100" dirty="0" err="1">
                <a:solidFill>
                  <a:srgbClr val="6B7280"/>
                </a:solidFill>
              </a:rPr>
              <a:t>NextFlows</a:t>
            </a:r>
            <a:r>
              <a:rPr lang="en-US" sz="1100" dirty="0">
                <a:solidFill>
                  <a:srgbClr val="6B7280"/>
                </a:solidFill>
              </a:rPr>
              <a:t> Academy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Task 6.3 Demo | 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Local notes and FAQs are useful, but models need a safe tool interface to use them reliably.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29184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0200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Before MCP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84248"/>
            <a:ext cx="28895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Notes and FAQs sit in local files. A model cannot reliably search, retrieve, or update them without structured tool access.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29184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600200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Project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6008" y="1984248"/>
            <a:ext cx="28895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Expose local knowledge through a small MCP server that works offline, validates inputs, and returns bounded results.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29184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6488" y="1600200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Demo proof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76488" y="1984248"/>
            <a:ext cx="28895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Run two live prompts through MCP Inspector: search notes, then retrieve a complete note by ID.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02920" y="6455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Task 6.3 Demo | 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host connects over stdio to a TypeScript MCP server backed by local JSON fixtures.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2423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24028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MCP Host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2624328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MCP Inspector or Claude Desktop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3886200" y="1691640"/>
            <a:ext cx="3063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87452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TypeScript MCP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87368" y="2258568"/>
            <a:ext cx="2660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Tools + resources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Zod validation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Safe errors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366760" y="1234440"/>
            <a:ext cx="28346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7928" y="141732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Notes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67928" y="18013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data/notes.json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notes://index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366760" y="3429000"/>
            <a:ext cx="28346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361188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FAQ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67928" y="399592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data/faqs.json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faq://index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Task 6.3 Demo | 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Tool coverage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full server exposes five real MCP tools plus two resources.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789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545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1545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1545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Main 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975104"/>
            <a:ext cx="103327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84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`search_notes`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20848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Search local notes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01000" y="20848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query, limit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2606040"/>
            <a:ext cx="103327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715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`search_faqs`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29000" y="2715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Search FAQ entries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01000" y="2715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query, limit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236976"/>
            <a:ext cx="103327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3467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`get_note`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29000" y="33467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Retrieve one note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01000" y="3346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note_id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867912"/>
            <a:ext cx="103327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`list_notes`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2900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Browse notes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01000" y="3977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tag, limit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4498848"/>
            <a:ext cx="103327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08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`add_note`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29000" y="46085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Safely add a local note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01000" y="46085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title, content, tags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580644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9024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Live demo: search_notes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58064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590245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Live demo: get_note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Task 6.3 Demo | 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Next steps &amp; backup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Keep the demo timeboxed and switch to offline evidence if the live setup fails.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9377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00200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1984248"/>
            <a:ext cx="45354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Add a short recorded walkthrough, expand fixture examples, and improve common prompt examples while keeping the server offline and focused.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9377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600200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Backup plan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01968" y="1984248"/>
            <a:ext cx="45354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If Wi-Fi fails, use the installed local clone and MCP Inspector. If the host fails, show fresh-clone screenshots from v1.0.0.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85800" y="5486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A34A"/>
                </a:solidFill>
              </a:rPr>
              <a:t>Ready for questions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58978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Public repo + final main + v1.0.0 release + Inspector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55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Task 6.3 Demo | 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</Words>
  <Application>Microsoft Office PowerPoint</Application>
  <PresentationFormat>Widescreen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NextFlows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&amp; FAQ Search MCP Server Demo</dc:title>
  <dc:subject>Task 6.3 Demo Script</dc:subject>
  <dc:creator>Saja Asfour</dc:creator>
  <cp:lastModifiedBy>yara</cp:lastModifiedBy>
  <cp:revision>2</cp:revision>
  <dcterms:created xsi:type="dcterms:W3CDTF">2026-08-23T06:37:30Z</dcterms:created>
  <dcterms:modified xsi:type="dcterms:W3CDTF">2026-08-23T11:16:36Z</dcterms:modified>
</cp:coreProperties>
</file>