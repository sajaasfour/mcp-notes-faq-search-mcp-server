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96" y="-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348DEE78-52B5-4ED4-9C40-D54C7EC1C00B}" type="datetimeFigureOut">
              <a:rPr lang="ar-SA" smtClean="0"/>
              <a:t>10/03/1448</a:t>
            </a:fld>
            <a:endParaRPr lang="ar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88620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588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00EEEE06-C8FB-487A-B8B6-8B759C4104CF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77259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087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27"/>
                </a:solidFill>
              </a:rPr>
              <a:t>Notes &amp; FAQ Search MCP Server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12140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3-5 minute demo script for Week 6 Task 6.3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232" y="28803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9763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Offline runtime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04288" y="288036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95728" y="297637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TypeScript MCP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86784" y="288036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78224" y="297637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Local JSON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288036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0" y="2976372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v1.0.0 release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75320" y="1234440"/>
            <a:ext cx="2971800" cy="384048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</a:rPr>
              <a:t>Demo focus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49640" y="2084832"/>
            <a:ext cx="2423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</a:rPr>
              <a:t>Show live MCP tool calls, not slides only. Prove the server searches and retrieves local project knowledge through a host.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6080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 smtClean="0">
                <a:solidFill>
                  <a:srgbClr val="6B7280"/>
                </a:solidFill>
              </a:rPr>
              <a:t>Saja</a:t>
            </a:r>
            <a:r>
              <a:rPr lang="en-US" sz="1100" dirty="0" smtClean="0">
                <a:solidFill>
                  <a:srgbClr val="6B7280"/>
                </a:solidFill>
              </a:rPr>
              <a:t> </a:t>
            </a:r>
            <a:r>
              <a:rPr lang="en-US" sz="1100" dirty="0" err="1" smtClean="0">
                <a:solidFill>
                  <a:srgbClr val="6B7280"/>
                </a:solidFill>
              </a:rPr>
              <a:t>Asfour</a:t>
            </a:r>
            <a:r>
              <a:rPr lang="en-US" sz="1100" dirty="0" smtClean="0">
                <a:solidFill>
                  <a:srgbClr val="6B7280"/>
                </a:solidFill>
              </a:rPr>
              <a:t>  &amp; </a:t>
            </a:r>
            <a:r>
              <a:rPr lang="en-US" sz="1100" dirty="0" err="1" smtClean="0">
                <a:solidFill>
                  <a:srgbClr val="6B7280"/>
                </a:solidFill>
              </a:rPr>
              <a:t>Yara</a:t>
            </a:r>
            <a:r>
              <a:rPr lang="en-US" sz="1100" dirty="0" smtClean="0">
                <a:solidFill>
                  <a:srgbClr val="6B7280"/>
                </a:solidFill>
              </a:rPr>
              <a:t> </a:t>
            </a:r>
            <a:r>
              <a:rPr lang="en-US" sz="1100" dirty="0" err="1" smtClean="0">
                <a:solidFill>
                  <a:srgbClr val="6B7280"/>
                </a:solidFill>
              </a:rPr>
              <a:t>Khattab</a:t>
            </a:r>
            <a:r>
              <a:rPr lang="en-US" sz="1100" dirty="0" smtClean="0">
                <a:solidFill>
                  <a:srgbClr val="6B7280"/>
                </a:solidFill>
              </a:rPr>
              <a:t> | </a:t>
            </a:r>
            <a:r>
              <a:rPr lang="en-US" sz="1100" dirty="0" err="1" smtClean="0">
                <a:solidFill>
                  <a:srgbClr val="6B7280"/>
                </a:solidFill>
              </a:rPr>
              <a:t>NextFlows</a:t>
            </a:r>
            <a:r>
              <a:rPr lang="en-US" sz="1100" dirty="0" smtClean="0">
                <a:solidFill>
                  <a:srgbClr val="6B7280"/>
                </a:solidFill>
              </a:rPr>
              <a:t> </a:t>
            </a:r>
            <a:r>
              <a:rPr lang="en-US" sz="1100" dirty="0">
                <a:solidFill>
                  <a:srgbClr val="6B7280"/>
                </a:solidFill>
              </a:rPr>
              <a:t>Academy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5566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Task 6.3 Demo | 1/5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Local notes and FAQs are useful, but models need a safe tool interface to use them reliably.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329184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Before MCP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984248"/>
            <a:ext cx="28895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Notes and FAQs sit in local files. A model cannot reliably search, retrieve, or update them without structured tool access.</a:t>
            </a:r>
            <a:endParaRPr lang="en-US" sz="118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29184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Project goal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36008" y="1984248"/>
            <a:ext cx="28895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Expose local knowledge through a small MCP server that works offline, validates inputs, and returns bounded results.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8275320" y="1417320"/>
            <a:ext cx="329184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6488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Demo proof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76488" y="1984248"/>
            <a:ext cx="28895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Run two live prompts through MCP Inspector: search notes, then retrieve a complete note by ID.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502920" y="645566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Task 6.3 Demo | 2/5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</a:rPr>
              <a:t>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</a:rPr>
              <a:t>A host connects over stdio to a TypeScript MCP server backed by local JSON fixtures.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242316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40280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MCP Host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624328"/>
            <a:ext cx="2020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MCP Inspector or Claude Desktop</a:t>
            </a:r>
            <a:endParaRPr lang="en-US" sz="1180" dirty="0"/>
          </a:p>
        </p:txBody>
      </p:sp>
      <p:sp>
        <p:nvSpPr>
          <p:cNvPr id="7" name="Shape 5"/>
          <p:cNvSpPr/>
          <p:nvPr/>
        </p:nvSpPr>
        <p:spPr>
          <a:xfrm>
            <a:off x="3886200" y="1691640"/>
            <a:ext cx="306324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874520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TypeScript MCP Server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087368" y="2258568"/>
            <a:ext cx="26609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Tools + resources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Zod validation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Safe errors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8366760" y="1234440"/>
            <a:ext cx="28346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67928" y="141732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Notes 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67928" y="1801368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data/notes.json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notes://index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366760" y="3429000"/>
            <a:ext cx="28346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67928" y="3611880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FAQ data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67928" y="3995928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data/faqs.json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1F2937"/>
                </a:solidFill>
              </a:rPr>
              <a:t>faq://index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02920" y="645566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Task 6.3 Demo | 3/5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</Words>
  <Application>Microsoft Office PowerPoint</Application>
  <PresentationFormat>Custom</PresentationFormat>
  <Paragraphs>37</Paragraphs>
  <Slides>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NextFlows Academy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Notes &amp; FAQ Search MCP Server Demo</dc:title>
  <dc:subject>Task 6.3 Demo Script</dc:subject>
  <dc:creator>Saja Asfour</dc:creator>
  <cp:lastModifiedBy>DELL</cp:lastModifiedBy>
  <cp:revision>2</cp:revision>
  <dcterms:created xsi:type="dcterms:W3CDTF">2026-08-23T06:37:30Z</dcterms:created>
  <dcterms:modified xsi:type="dcterms:W3CDTF">2026-08-23T06:55:29Z</dcterms:modified>
</cp:coreProperties>
</file>